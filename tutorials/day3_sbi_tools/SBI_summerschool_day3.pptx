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0"/>
  </p:notesMasterIdLst>
  <p:sldIdLst>
    <p:sldId id="407" r:id="rId2"/>
    <p:sldId id="409" r:id="rId3"/>
    <p:sldId id="410" r:id="rId4"/>
    <p:sldId id="411" r:id="rId5"/>
    <p:sldId id="412" r:id="rId6"/>
    <p:sldId id="413" r:id="rId7"/>
    <p:sldId id="414" r:id="rId8"/>
    <p:sldId id="415" r:id="rId9"/>
    <p:sldId id="406" r:id="rId10"/>
    <p:sldId id="419" r:id="rId11"/>
    <p:sldId id="416" r:id="rId12"/>
    <p:sldId id="420" r:id="rId13"/>
    <p:sldId id="421" r:id="rId14"/>
    <p:sldId id="422" r:id="rId15"/>
    <p:sldId id="418" r:id="rId16"/>
    <p:sldId id="423" r:id="rId17"/>
    <p:sldId id="424" r:id="rId18"/>
    <p:sldId id="41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89"/>
    <p:restoredTop sz="84080" autoAdjust="0"/>
  </p:normalViewPr>
  <p:slideViewPr>
    <p:cSldViewPr snapToGrid="0" snapToObjects="1">
      <p:cViewPr varScale="1">
        <p:scale>
          <a:sx n="86" d="100"/>
          <a:sy n="86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28AF0-9A07-9645-ADCD-FD5700FB349A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F745D-FE09-9E4B-9051-F444472C8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AC77-B4AC-B0CC-CBE8-B0E518B0E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82690-6D16-886F-87D0-BD33D5539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77F32-418E-8DCB-F2ED-4F414BA2E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49E8C-F90B-9C46-7335-8EFD016BF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65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82E1-2DBB-1E2F-C7D5-3EEF1F35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65386-5E9F-96F4-C89E-4BCBEC53F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326B9-6BCD-9A95-7CAA-69C20675F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Unobtainium</a:t>
            </a:r>
            <a:r>
              <a:rPr lang="en-US" baseline="0" dirty="0"/>
              <a:t> from avatar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D9A75-6F78-EB49-78D7-E07A632E8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08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7C69-FCB2-2BDE-F677-E677848C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D4BDA-062A-CC1C-8DA4-AEA471465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87E43-EFBA-647B-E87D-9D595B803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3BC53-E163-D5DB-C385-BA5FAACD2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76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5727-5993-6732-3A87-9E3656F2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23788-225C-1C75-1A5D-B304D8DBD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D2DFB-56AE-EE9A-2116-1EE108A2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4A89F-F7FA-F533-E400-44B57517A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0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CC6B3-3B0C-A3E1-3FD3-E32CFA7F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5986F-1E28-26AF-4913-76A16CB09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AF739-497E-455D-2423-D74B020A9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D4791-73FE-F8EF-D1B9-C47A32CD9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53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C2AFD-CDB9-870F-7B80-815022D4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4A4E5-532E-BE12-6DBA-06D38BCDB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EA4A2-C1CF-E38E-ACAA-9E922D92B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40EA9-0ABF-9423-B33A-4D6949EE5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F197-F377-2BAA-3742-39231584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F293F-DE5E-8E79-3F08-C5AD974F3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2A430-3B6F-9D51-B9AF-CCEFD63B4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BB08D-0237-CD62-9CDD-41F1BC3B7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83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1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575C-2841-643B-B8C7-53776B42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3A4F0-2F8D-B7CE-6B63-7FAF6A8E8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A8538-A3C5-9BC6-1A6C-72E8E02A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FAA13-B79B-C065-371D-AC39341C1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1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6408-8FC2-80E6-4F01-E7688F31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B3A30-0DFD-1768-4869-E632852F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F30C0-D6C1-5812-4E49-784EBFAC1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7886D-74E1-D3C6-32F0-C2E91125E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64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EC4E-ED8D-DE6C-E086-18F08329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955AF-B556-DF4A-B9A9-FEADA374B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11D99-F47C-EECD-8A79-5BB2F9D2C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0A11C-AEC0-F81E-A152-0DA92B36D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66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E1F8-7F01-2DEB-C7C9-6901C1CE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4594D-2435-B351-9C3B-0E8024D45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D859F-F0BE-9196-9C48-398D3A9FB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D892-FFF0-9703-189B-87967E228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8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C178-FE16-5C6C-6CAA-8AFA60A9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D9515-7A88-56C1-4674-04B502CEF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22DD8-6E97-2D27-19A0-C05881C20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208B6-3DFD-F9E8-9937-17AF5EB8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67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3F2F-DC04-9C6A-39E5-FEBA3CDB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1DFDD-7765-DF0E-94DD-F2B181D3F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7FF65-FA7A-605D-FB84-541A2D313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3C325-5FD0-44BE-76BF-1027A01EC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19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957B7-5C15-D489-CDD3-E1F51D0E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0B234-C93D-27AD-B9C6-B3E5FCFAE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FFAB8-98A6-E0C8-108E-C622EB0D1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DC3F8-AE08-56AC-9C16-D6B2DF607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43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3228-983C-855E-104B-BDE29F59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9B82C-BB09-6765-6F34-C21E81781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2CCFB-40AB-FD47-541D-312D80AA9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2DB37-F4D7-8A0F-03C9-AD3D4F02F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80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7B54-6BD9-B358-92A4-4655D21F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C05F6-9E02-0D9F-66BB-81494E255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7F1F0-1EE2-1B80-E79E-005A1D71E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F886A-FEE8-1A3A-4C68-216414789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F745D-FE09-9E4B-9051-F444472C80C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3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EABC-D766-4322-8E78-B830FAE35C72}" type="datetime4">
              <a:rPr lang="en-US" smtClean="0"/>
              <a:pPr/>
              <a:t>July 29,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3F43-3E86-47E4-BFBB-2476D384E1C6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3BA-01FC-4367-B6F3-ABB2645D55F1}" type="datetime4">
              <a:rPr lang="en-US" smtClean="0"/>
              <a:pPr/>
              <a:t>July 29, 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C71-EC74-44AF-B27E-FC7DC3C3A61D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CDA29-3CBE-48EA-92AE-A996835462BA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C054-3869-4501-B163-1BBFDE8DCE04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D831-56C1-49CF-8EF7-8B9A98402BCD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D5615-7F4F-4584-84D5-CC95918C321F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A923-9BEE-48CE-9F28-5B525F399BAD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1F9E-604E-4343-9F29-EF72E8231CAD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E1CE-37F8-4102-8DF9-852A0A51F293}" type="datetime4">
              <a:rPr lang="en-US" smtClean="0"/>
              <a:pPr/>
              <a:t>July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7D0EFEE-2756-4A20-BF2A-63F0A94F99AC}" type="datetime4">
              <a:rPr lang="en-US" smtClean="0"/>
              <a:pPr/>
              <a:t>July 29,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F38DF745-7D3F-47F4-83A3-874385CFA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DEA3-F005-8469-0DA3-0CC0D653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A792-B074-C061-4BC3-72CE6455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258175" cy="3133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SBI Summer School: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Hierarchical Modeling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7FD0-0018-CE72-01CF-E289BECA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52" y="1888761"/>
            <a:ext cx="8573096" cy="481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9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7E8C-1061-A63E-A653-F378C55A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718"/>
            <a:ext cx="7157803" cy="1371600"/>
          </a:xfrm>
        </p:spPr>
        <p:txBody>
          <a:bodyPr/>
          <a:lstStyle/>
          <a:p>
            <a:r>
              <a:rPr lang="en-US" dirty="0"/>
              <a:t>Hierarchical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224F-2BE2-8829-15A9-96A3A5E7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 far we have only considered problems with a single set of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Now adding sets of parameters for each object/person/location that also have some shared commonality (group membership)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can we estimate parameters at both levels?</a:t>
            </a:r>
          </a:p>
        </p:txBody>
      </p:sp>
    </p:spTree>
    <p:extLst>
      <p:ext uri="{BB962C8B-B14F-4D97-AF65-F5344CB8AC3E}">
        <p14:creationId xmlns:p14="http://schemas.microsoft.com/office/powerpoint/2010/main" val="2463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EA33-DD31-DF24-D4FA-3AA05D25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10F0-E8E7-7CE0-9FDC-0BE64F5C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2718"/>
            <a:ext cx="7083083" cy="1371600"/>
          </a:xfrm>
        </p:spPr>
        <p:txBody>
          <a:bodyPr/>
          <a:lstStyle/>
          <a:p>
            <a:r>
              <a:rPr lang="en-US" dirty="0"/>
              <a:t>Example: Alien coins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DB6381-274A-30A2-635E-08EFB96B5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5563450" cy="4849073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/>
              <a:t>Suppose our data are the result of a coin flipping experiment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Suppose this is an alien coin with some magnetic properties on one side that distorts the probability of observing a particular side (i.e., heads or tails) away from 0.5</a:t>
            </a:r>
          </a:p>
          <a:p>
            <a:pPr marL="342900" indent="-342900">
              <a:buFont typeface="Arial"/>
              <a:buChar char="•"/>
            </a:pPr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Your goal is to estimate the probability of observing a “head” outcome given a fixed set of coin flips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23818-A3F6-826A-879A-B6B39E288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958" y="3968350"/>
            <a:ext cx="2857500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A87F6-3916-7F3A-155F-46170A9D5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958" y="1591850"/>
            <a:ext cx="2857501" cy="232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9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6A13-C637-500F-0E77-68D9599A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28D731-18F4-4755-24DB-FAEC3298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457E8E-9128-AD99-0299-75561E7CB48B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A8BF93-7151-7DE3-9BD3-7C9AB3A5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70C45C8-8E18-431F-7C6F-10E2CF240478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F3463E-1D32-CB0D-0C9A-E613AE541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94F4777-5F75-5A4C-CE72-23B4B7D01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D3E171-EEF6-EDF5-2B07-4B3A4F4A6766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6DF0314A-9E62-281C-BF0C-D6F56A27A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E12084-3B86-651C-A110-975BDAE381BD}"/>
              </a:ext>
            </a:extLst>
          </p:cNvPr>
          <p:cNvSpPr/>
          <p:nvPr/>
        </p:nvSpPr>
        <p:spPr>
          <a:xfrm>
            <a:off x="989350" y="5487399"/>
            <a:ext cx="134912" cy="293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D2FD1-26C3-4299-BE25-A7775B80B075}"/>
              </a:ext>
            </a:extLst>
          </p:cNvPr>
          <p:cNvSpPr/>
          <p:nvPr/>
        </p:nvSpPr>
        <p:spPr>
          <a:xfrm>
            <a:off x="6465775" y="4374009"/>
            <a:ext cx="134912" cy="293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A938C-3C7B-9FEF-527B-07EB36E86E93}"/>
              </a:ext>
            </a:extLst>
          </p:cNvPr>
          <p:cNvSpPr/>
          <p:nvPr/>
        </p:nvSpPr>
        <p:spPr>
          <a:xfrm>
            <a:off x="1940692" y="6288194"/>
            <a:ext cx="66491" cy="14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29E3D-348D-33F6-B6F7-F6EBC1086D1D}"/>
              </a:ext>
            </a:extLst>
          </p:cNvPr>
          <p:cNvSpPr/>
          <p:nvPr/>
        </p:nvSpPr>
        <p:spPr>
          <a:xfrm>
            <a:off x="3274973" y="6325141"/>
            <a:ext cx="66491" cy="14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D578D-7458-F4AE-23E2-8BE7A7F784ED}"/>
              </a:ext>
            </a:extLst>
          </p:cNvPr>
          <p:cNvSpPr/>
          <p:nvPr/>
        </p:nvSpPr>
        <p:spPr>
          <a:xfrm>
            <a:off x="4218405" y="6287736"/>
            <a:ext cx="66491" cy="14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21914-27A1-58BB-4138-CD5E64063377}"/>
              </a:ext>
            </a:extLst>
          </p:cNvPr>
          <p:cNvSpPr/>
          <p:nvPr/>
        </p:nvSpPr>
        <p:spPr>
          <a:xfrm>
            <a:off x="6488203" y="6031448"/>
            <a:ext cx="134912" cy="293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7869DB-A4BD-9258-24DB-096347B8D7F9}"/>
              </a:ext>
            </a:extLst>
          </p:cNvPr>
          <p:cNvSpPr/>
          <p:nvPr/>
        </p:nvSpPr>
        <p:spPr>
          <a:xfrm>
            <a:off x="1590455" y="6282326"/>
            <a:ext cx="66491" cy="157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772308-6ACD-F6B8-4697-C990EAF4C47C}"/>
              </a:ext>
            </a:extLst>
          </p:cNvPr>
          <p:cNvSpPr/>
          <p:nvPr/>
        </p:nvSpPr>
        <p:spPr>
          <a:xfrm>
            <a:off x="3379631" y="6152555"/>
            <a:ext cx="66491" cy="157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6E21CF-BABE-713F-29C3-B4E7B61E6570}"/>
              </a:ext>
            </a:extLst>
          </p:cNvPr>
          <p:cNvSpPr/>
          <p:nvPr/>
        </p:nvSpPr>
        <p:spPr>
          <a:xfrm>
            <a:off x="4505509" y="6185497"/>
            <a:ext cx="66491" cy="157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498238-8565-A6A2-45FB-BF48DCC888EB}"/>
              </a:ext>
            </a:extLst>
          </p:cNvPr>
          <p:cNvSpPr/>
          <p:nvPr/>
        </p:nvSpPr>
        <p:spPr>
          <a:xfrm>
            <a:off x="4859106" y="6173288"/>
            <a:ext cx="66491" cy="157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7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2F02-5BDD-0A47-436D-3402B5C9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5944AC-C5EC-66FC-7C4C-BC4055F1D5D9}"/>
              </a:ext>
            </a:extLst>
          </p:cNvPr>
          <p:cNvSpPr/>
          <p:nvPr/>
        </p:nvSpPr>
        <p:spPr>
          <a:xfrm>
            <a:off x="5125900" y="3660393"/>
            <a:ext cx="2384171" cy="31261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7CD236-7A36-7A9F-8337-9B8CF736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82AA03-FB09-F5E1-0B91-DB0C2036F5EF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9BD4C9-2803-B3B6-25A9-094278FC4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F8AC81FA-69C3-AF77-6005-B6743B7BB09A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1D33AF-A375-9E63-B863-44D20F564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6267D93-D633-F0CC-7F38-B43A48CD7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2009021-2898-5BCD-59BF-BE67F1774F60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533C959C-82CC-2F6B-D1DA-EB8957179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4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D78C-08C2-5660-1BD6-ED89A50E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67B373F-3ED5-4A12-AC5B-81F18DB3D8EB}"/>
              </a:ext>
            </a:extLst>
          </p:cNvPr>
          <p:cNvSpPr/>
          <p:nvPr/>
        </p:nvSpPr>
        <p:spPr>
          <a:xfrm>
            <a:off x="5125900" y="3660393"/>
            <a:ext cx="2384171" cy="31261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4F2E90-7EAA-629D-2643-07FAF947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91759-0DD0-2477-CFD8-3F9931A64CC3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C25CF7-22D4-8EC9-5FA0-3A849996A4BC}"/>
              </a:ext>
            </a:extLst>
          </p:cNvPr>
          <p:cNvSpPr/>
          <p:nvPr/>
        </p:nvSpPr>
        <p:spPr>
          <a:xfrm>
            <a:off x="464445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EF7701-76DF-A949-8FF9-BC48FAE9803D}"/>
              </a:ext>
            </a:extLst>
          </p:cNvPr>
          <p:cNvCxnSpPr>
            <a:cxnSpLocks/>
            <a:stCxn id="6" idx="5"/>
            <a:endCxn id="51" idx="0"/>
          </p:cNvCxnSpPr>
          <p:nvPr/>
        </p:nvCxnSpPr>
        <p:spPr>
          <a:xfrm>
            <a:off x="5668049" y="3399606"/>
            <a:ext cx="64486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3FA8F23-34BD-4C15-FB7D-0961CC364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954373-F48E-D37E-543F-A706E0205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13" y="2721968"/>
            <a:ext cx="546100" cy="4699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0EB673EB-6BD0-727A-11BC-C2CFBC415994}"/>
              </a:ext>
            </a:extLst>
          </p:cNvPr>
          <p:cNvSpPr/>
          <p:nvPr/>
        </p:nvSpPr>
        <p:spPr>
          <a:xfrm>
            <a:off x="672433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68811B-50E9-CA62-7388-00CA4FEB1E4F}"/>
              </a:ext>
            </a:extLst>
          </p:cNvPr>
          <p:cNvCxnSpPr>
            <a:cxnSpLocks/>
            <a:stCxn id="24" idx="3"/>
            <a:endCxn id="51" idx="0"/>
          </p:cNvCxnSpPr>
          <p:nvPr/>
        </p:nvCxnSpPr>
        <p:spPr>
          <a:xfrm flipH="1">
            <a:off x="6312913" y="3399606"/>
            <a:ext cx="58704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F578CBE6-D7F0-46C9-FFF3-86A64AC46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943" y="2612548"/>
            <a:ext cx="444500" cy="6477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125D672-AB4E-9B47-AFBB-3EF9A4B60618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B3BA91-4D30-B5D5-8C03-9627D99A2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052A6C-07EC-F1C1-D844-02EB7DFCB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9148936-3BEC-3587-13EB-38C36CB61791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9327D0A1-9597-62E0-8671-2CB821ED9C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2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175C-9F35-E0A9-0A70-689877C0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61C7D2-FA70-50D2-1E38-C6F25F599D7A}"/>
              </a:ext>
            </a:extLst>
          </p:cNvPr>
          <p:cNvSpPr/>
          <p:nvPr/>
        </p:nvSpPr>
        <p:spPr>
          <a:xfrm>
            <a:off x="5125900" y="3660393"/>
            <a:ext cx="2384171" cy="31261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3C5A5F-AF0D-4823-EA3B-A58D3797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3AAF9-A569-5E49-FC24-27090D0809B4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CEB36E-CC62-903B-970A-1E049BF81774}"/>
              </a:ext>
            </a:extLst>
          </p:cNvPr>
          <p:cNvSpPr/>
          <p:nvPr/>
        </p:nvSpPr>
        <p:spPr>
          <a:xfrm>
            <a:off x="464445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68058C-60C3-4D19-AA6E-95109C087C85}"/>
              </a:ext>
            </a:extLst>
          </p:cNvPr>
          <p:cNvCxnSpPr>
            <a:cxnSpLocks/>
            <a:stCxn id="6" idx="5"/>
            <a:endCxn id="51" idx="0"/>
          </p:cNvCxnSpPr>
          <p:nvPr/>
        </p:nvCxnSpPr>
        <p:spPr>
          <a:xfrm>
            <a:off x="5668049" y="3399606"/>
            <a:ext cx="64486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9C118DAC-8C13-0345-3D7B-B1D2D9642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59B801-94E8-66EC-E944-4DCA7399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13" y="2721968"/>
            <a:ext cx="546100" cy="4699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02D23134-E098-4E7F-682B-7F747A487D30}"/>
              </a:ext>
            </a:extLst>
          </p:cNvPr>
          <p:cNvSpPr/>
          <p:nvPr/>
        </p:nvSpPr>
        <p:spPr>
          <a:xfrm>
            <a:off x="672433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DF86B1-9C24-2493-F765-2E7E6959A1F2}"/>
              </a:ext>
            </a:extLst>
          </p:cNvPr>
          <p:cNvCxnSpPr>
            <a:cxnSpLocks/>
            <a:stCxn id="24" idx="3"/>
            <a:endCxn id="51" idx="0"/>
          </p:cNvCxnSpPr>
          <p:nvPr/>
        </p:nvCxnSpPr>
        <p:spPr>
          <a:xfrm flipH="1">
            <a:off x="6312913" y="3399606"/>
            <a:ext cx="58704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E6DE877A-4FEF-869C-1A75-DB9CBF0AD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943" y="2612548"/>
            <a:ext cx="444500" cy="6477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AC18FD4-84EF-07B8-AD74-629BAC130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97" y="3601426"/>
            <a:ext cx="2755900" cy="660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BBD0D65-FE41-FE60-F20C-559287D79D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55" y="4231728"/>
            <a:ext cx="2501900" cy="8763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A51B24FA-6E5B-A7B7-0DB4-1ECC732A8C6F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62BAB2-A36C-DACF-7E6B-10A4E8CA49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D27D87B-1FD3-E1F1-164F-2D39B4B03A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F5CD29-552D-D72F-FB6B-AC49DC3A7B89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EB569DA8-C869-21D3-0AB4-B36B8E4E08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8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AD87-5526-F395-FD25-56F971C9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3C479B4-7A73-2FA8-C5FD-06C92C11A1E7}"/>
              </a:ext>
            </a:extLst>
          </p:cNvPr>
          <p:cNvSpPr/>
          <p:nvPr/>
        </p:nvSpPr>
        <p:spPr>
          <a:xfrm>
            <a:off x="5125900" y="3660393"/>
            <a:ext cx="2384171" cy="31261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9CC11B-D7C0-FC13-F362-F6847056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77B67C-F8D5-16C7-5BBA-EEF15A53A371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B12461-F62E-B6C3-4FF0-91CF5ADAC082}"/>
              </a:ext>
            </a:extLst>
          </p:cNvPr>
          <p:cNvSpPr/>
          <p:nvPr/>
        </p:nvSpPr>
        <p:spPr>
          <a:xfrm>
            <a:off x="464445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A7A8BB-D7B6-4C72-F3F4-FF781E14B88B}"/>
              </a:ext>
            </a:extLst>
          </p:cNvPr>
          <p:cNvSpPr/>
          <p:nvPr/>
        </p:nvSpPr>
        <p:spPr>
          <a:xfrm>
            <a:off x="3702573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4DFDBA-5FF8-848E-82EB-8285E6008F46}"/>
              </a:ext>
            </a:extLst>
          </p:cNvPr>
          <p:cNvSpPr/>
          <p:nvPr/>
        </p:nvSpPr>
        <p:spPr>
          <a:xfrm>
            <a:off x="5035961" y="69149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B5DBB9-0357-06EB-0528-6CC7F4008D9A}"/>
              </a:ext>
            </a:extLst>
          </p:cNvPr>
          <p:cNvCxnSpPr>
            <a:stCxn id="7" idx="4"/>
            <a:endCxn id="6" idx="1"/>
          </p:cNvCxnSpPr>
          <p:nvPr/>
        </p:nvCxnSpPr>
        <p:spPr>
          <a:xfrm>
            <a:off x="4302180" y="1269360"/>
            <a:ext cx="517897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0E9D41-92E6-7BAA-7A07-87C080707D0C}"/>
              </a:ext>
            </a:extLst>
          </p:cNvPr>
          <p:cNvCxnSpPr>
            <a:cxnSpLocks/>
            <a:stCxn id="8" idx="4"/>
            <a:endCxn id="6" idx="7"/>
          </p:cNvCxnSpPr>
          <p:nvPr/>
        </p:nvCxnSpPr>
        <p:spPr>
          <a:xfrm>
            <a:off x="5635568" y="1267013"/>
            <a:ext cx="32481" cy="1285575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A4A106-F905-AE88-300A-E87458ECB8D4}"/>
              </a:ext>
            </a:extLst>
          </p:cNvPr>
          <p:cNvCxnSpPr>
            <a:cxnSpLocks/>
            <a:stCxn id="6" idx="5"/>
            <a:endCxn id="51" idx="0"/>
          </p:cNvCxnSpPr>
          <p:nvPr/>
        </p:nvCxnSpPr>
        <p:spPr>
          <a:xfrm>
            <a:off x="5668049" y="3399606"/>
            <a:ext cx="64486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E65C63ED-DE06-BBB8-F499-DDFD9B11A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19F5FB-044F-F74C-2BE0-7A33D2106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13" y="2721968"/>
            <a:ext cx="546100" cy="4699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86E7A896-E27C-1AB3-316C-800B17C26BDB}"/>
              </a:ext>
            </a:extLst>
          </p:cNvPr>
          <p:cNvSpPr/>
          <p:nvPr/>
        </p:nvSpPr>
        <p:spPr>
          <a:xfrm>
            <a:off x="672433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D20F40-F8BE-7C4A-8BC0-AA098BBD808C}"/>
              </a:ext>
            </a:extLst>
          </p:cNvPr>
          <p:cNvSpPr/>
          <p:nvPr/>
        </p:nvSpPr>
        <p:spPr>
          <a:xfrm>
            <a:off x="6325477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E7AF45-1D4A-12BA-448D-06AA2DD97010}"/>
              </a:ext>
            </a:extLst>
          </p:cNvPr>
          <p:cNvSpPr/>
          <p:nvPr/>
        </p:nvSpPr>
        <p:spPr>
          <a:xfrm>
            <a:off x="7678706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BA41A3-9A65-7486-246C-C5E303DCA379}"/>
              </a:ext>
            </a:extLst>
          </p:cNvPr>
          <p:cNvCxnSpPr>
            <a:cxnSpLocks/>
            <a:stCxn id="25" idx="4"/>
            <a:endCxn id="24" idx="1"/>
          </p:cNvCxnSpPr>
          <p:nvPr/>
        </p:nvCxnSpPr>
        <p:spPr>
          <a:xfrm flipH="1">
            <a:off x="6899957" y="1269360"/>
            <a:ext cx="25127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906D82-23CF-A279-838E-0E5C6B46F804}"/>
              </a:ext>
            </a:extLst>
          </p:cNvPr>
          <p:cNvCxnSpPr>
            <a:cxnSpLocks/>
            <a:stCxn id="26" idx="4"/>
            <a:endCxn id="24" idx="7"/>
          </p:cNvCxnSpPr>
          <p:nvPr/>
        </p:nvCxnSpPr>
        <p:spPr>
          <a:xfrm flipH="1">
            <a:off x="7747929" y="1269360"/>
            <a:ext cx="530384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D1A2CD-9D5D-4CCF-436A-93953611CEDF}"/>
              </a:ext>
            </a:extLst>
          </p:cNvPr>
          <p:cNvCxnSpPr>
            <a:cxnSpLocks/>
            <a:stCxn id="24" idx="3"/>
            <a:endCxn id="51" idx="0"/>
          </p:cNvCxnSpPr>
          <p:nvPr/>
        </p:nvCxnSpPr>
        <p:spPr>
          <a:xfrm flipH="1">
            <a:off x="6312913" y="3399606"/>
            <a:ext cx="58704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9213F6B5-E2B2-77D4-8933-8E695EB63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943" y="2612548"/>
            <a:ext cx="444500" cy="647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F8CEAEA-33EE-2021-F96C-9F11EFF3D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840" y="463480"/>
            <a:ext cx="520700" cy="406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10379C3-4930-45C0-20EB-977196649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8109" y="382331"/>
            <a:ext cx="469900" cy="571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EF094A3-E0B2-D840-AB1D-90B694471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186" y="449129"/>
            <a:ext cx="482600" cy="508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2211735-8EE0-BD81-D3B4-87570D5F38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8333" y="363593"/>
            <a:ext cx="469900" cy="6223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0CCF345-C89E-4570-7F7E-900868049D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97" y="3601426"/>
            <a:ext cx="2755900" cy="660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8B88F2F-ACB3-1803-9AA7-9DA844304F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455" y="4231728"/>
            <a:ext cx="2501900" cy="876300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FB61DB90-1116-1641-AB34-6A5A0F340527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089CB8-F750-473C-9F55-EAF2829EFD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AFE07E7-3FCB-AEDC-8D1D-2175951E6D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313A6D0-FAB8-3429-067A-1ABC4BFA5667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5AFCC693-8DF6-D37F-3D7B-00742A6555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70F9324-A97D-1BE3-2E96-2C2D6BCC4414}"/>
              </a:ext>
            </a:extLst>
          </p:cNvPr>
          <p:cNvSpPr/>
          <p:nvPr/>
        </p:nvSpPr>
        <p:spPr>
          <a:xfrm>
            <a:off x="3780831" y="149754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BA3841-0AD2-A2CC-8764-A47B905596DB}"/>
              </a:ext>
            </a:extLst>
          </p:cNvPr>
          <p:cNvSpPr/>
          <p:nvPr/>
        </p:nvSpPr>
        <p:spPr>
          <a:xfrm>
            <a:off x="5107545" y="140098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C10C9B-7232-57CB-A7F6-01F0FD841402}"/>
              </a:ext>
            </a:extLst>
          </p:cNvPr>
          <p:cNvSpPr/>
          <p:nvPr/>
        </p:nvSpPr>
        <p:spPr>
          <a:xfrm>
            <a:off x="6399304" y="140106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CCF8DA-8FBA-7B5F-8B38-6D2F056C5492}"/>
              </a:ext>
            </a:extLst>
          </p:cNvPr>
          <p:cNvSpPr/>
          <p:nvPr/>
        </p:nvSpPr>
        <p:spPr>
          <a:xfrm>
            <a:off x="7760286" y="144793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D628-AFC7-9525-7E25-B34453221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92664E-6AAF-B0A6-B56E-F4645A358BE2}"/>
              </a:ext>
            </a:extLst>
          </p:cNvPr>
          <p:cNvSpPr/>
          <p:nvPr/>
        </p:nvSpPr>
        <p:spPr>
          <a:xfrm>
            <a:off x="5125900" y="3660393"/>
            <a:ext cx="2384171" cy="31261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BFA2C07-7544-D2E0-8A1F-97D9A672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7BF2A5-B93A-0558-5B4E-0F0CC61EF4E9}"/>
              </a:ext>
            </a:extLst>
          </p:cNvPr>
          <p:cNvSpPr/>
          <p:nvPr/>
        </p:nvSpPr>
        <p:spPr>
          <a:xfrm>
            <a:off x="5713306" y="5487399"/>
            <a:ext cx="1199214" cy="11978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40062F-981D-B1B7-0831-E4DC58F7F542}"/>
              </a:ext>
            </a:extLst>
          </p:cNvPr>
          <p:cNvSpPr/>
          <p:nvPr/>
        </p:nvSpPr>
        <p:spPr>
          <a:xfrm>
            <a:off x="464445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84B655-7B3B-0058-A545-44EB148D38DC}"/>
              </a:ext>
            </a:extLst>
          </p:cNvPr>
          <p:cNvSpPr/>
          <p:nvPr/>
        </p:nvSpPr>
        <p:spPr>
          <a:xfrm>
            <a:off x="3702573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39ECA7-6FF4-EA0E-BAFA-78CF30379706}"/>
              </a:ext>
            </a:extLst>
          </p:cNvPr>
          <p:cNvSpPr/>
          <p:nvPr/>
        </p:nvSpPr>
        <p:spPr>
          <a:xfrm>
            <a:off x="5035961" y="69149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53EEEC-CC09-65AD-F387-32CF0DD7ED2E}"/>
              </a:ext>
            </a:extLst>
          </p:cNvPr>
          <p:cNvCxnSpPr>
            <a:stCxn id="7" idx="4"/>
            <a:endCxn id="6" idx="1"/>
          </p:cNvCxnSpPr>
          <p:nvPr/>
        </p:nvCxnSpPr>
        <p:spPr>
          <a:xfrm>
            <a:off x="4302180" y="1269360"/>
            <a:ext cx="517897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E6865E-68BC-37AA-2ABB-1E628B136558}"/>
              </a:ext>
            </a:extLst>
          </p:cNvPr>
          <p:cNvCxnSpPr>
            <a:cxnSpLocks/>
            <a:stCxn id="8" idx="4"/>
            <a:endCxn id="6" idx="7"/>
          </p:cNvCxnSpPr>
          <p:nvPr/>
        </p:nvCxnSpPr>
        <p:spPr>
          <a:xfrm>
            <a:off x="5635568" y="1267013"/>
            <a:ext cx="32481" cy="1285575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2AEA13-9F45-542D-85E9-C1B1D5777254}"/>
              </a:ext>
            </a:extLst>
          </p:cNvPr>
          <p:cNvCxnSpPr>
            <a:cxnSpLocks/>
            <a:stCxn id="6" idx="5"/>
            <a:endCxn id="51" idx="0"/>
          </p:cNvCxnSpPr>
          <p:nvPr/>
        </p:nvCxnSpPr>
        <p:spPr>
          <a:xfrm>
            <a:off x="5668049" y="3399606"/>
            <a:ext cx="64486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9AC1742-5C40-E747-2E18-4C65FB57A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7" y="5048192"/>
            <a:ext cx="2984500" cy="838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463F2C-462C-9288-92A7-4BFB6BC81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013" y="2721968"/>
            <a:ext cx="546100" cy="4699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274536A7-C975-695A-CD9B-D7F7DB8682D2}"/>
              </a:ext>
            </a:extLst>
          </p:cNvPr>
          <p:cNvSpPr/>
          <p:nvPr/>
        </p:nvSpPr>
        <p:spPr>
          <a:xfrm>
            <a:off x="6724336" y="2377165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AA7AD0-DE1F-DEEB-6F92-514EEDBCF7AA}"/>
              </a:ext>
            </a:extLst>
          </p:cNvPr>
          <p:cNvSpPr/>
          <p:nvPr/>
        </p:nvSpPr>
        <p:spPr>
          <a:xfrm>
            <a:off x="6325477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9D0CC9-65CB-72B0-22F8-09DF9F8144B3}"/>
              </a:ext>
            </a:extLst>
          </p:cNvPr>
          <p:cNvSpPr/>
          <p:nvPr/>
        </p:nvSpPr>
        <p:spPr>
          <a:xfrm>
            <a:off x="7678706" y="71496"/>
            <a:ext cx="1199214" cy="11978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DA9763-BD02-6B3D-320F-824E05602F39}"/>
              </a:ext>
            </a:extLst>
          </p:cNvPr>
          <p:cNvCxnSpPr>
            <a:cxnSpLocks/>
            <a:stCxn id="25" idx="4"/>
            <a:endCxn id="24" idx="1"/>
          </p:cNvCxnSpPr>
          <p:nvPr/>
        </p:nvCxnSpPr>
        <p:spPr>
          <a:xfrm flipH="1">
            <a:off x="6899957" y="1269360"/>
            <a:ext cx="25127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C75E1C-57EF-FE86-48ED-34AF6DE01860}"/>
              </a:ext>
            </a:extLst>
          </p:cNvPr>
          <p:cNvCxnSpPr>
            <a:cxnSpLocks/>
            <a:stCxn id="26" idx="4"/>
            <a:endCxn id="24" idx="7"/>
          </p:cNvCxnSpPr>
          <p:nvPr/>
        </p:nvCxnSpPr>
        <p:spPr>
          <a:xfrm flipH="1">
            <a:off x="7747929" y="1269360"/>
            <a:ext cx="530384" cy="128322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39A854-0EE1-FA65-5A45-1F59DAF357E3}"/>
              </a:ext>
            </a:extLst>
          </p:cNvPr>
          <p:cNvCxnSpPr>
            <a:cxnSpLocks/>
            <a:stCxn id="24" idx="3"/>
            <a:endCxn id="51" idx="0"/>
          </p:cNvCxnSpPr>
          <p:nvPr/>
        </p:nvCxnSpPr>
        <p:spPr>
          <a:xfrm flipH="1">
            <a:off x="6312913" y="3399606"/>
            <a:ext cx="587044" cy="528288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0B60B9A1-33F5-E6D3-9AA4-04BD38D2A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943" y="2612548"/>
            <a:ext cx="444500" cy="647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FFEF5D9-1EF6-7ED3-02B6-272F4A46B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840" y="463480"/>
            <a:ext cx="520700" cy="406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32A50DC-D95C-6EAD-5D4F-39D033C95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8109" y="382331"/>
            <a:ext cx="469900" cy="571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168C415-81DB-31A4-7EBB-DA89575A1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186" y="449129"/>
            <a:ext cx="482600" cy="508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DE1C625-C1BF-68B3-4D5D-6FAAD1B1CC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8333" y="363593"/>
            <a:ext cx="469900" cy="6223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6B4250-48DD-2781-2EC4-B5473981A1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97" y="3601426"/>
            <a:ext cx="2755900" cy="660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54090C0-D481-FD68-F5AD-64558E87A7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455" y="4231728"/>
            <a:ext cx="2501900" cy="8763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3CCD89D-9FD9-474F-5CEC-3B560D48FE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517" y="1942922"/>
            <a:ext cx="2799310" cy="63513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EB8A2E0-1A55-70AF-72D0-741DF883B8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125" y="2568164"/>
            <a:ext cx="2518077" cy="827537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4DBA0113-B2AE-7CA9-070F-76BFB0554338}"/>
              </a:ext>
            </a:extLst>
          </p:cNvPr>
          <p:cNvSpPr/>
          <p:nvPr/>
        </p:nvSpPr>
        <p:spPr>
          <a:xfrm>
            <a:off x="5713306" y="3927894"/>
            <a:ext cx="1199214" cy="1197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82C5774-B069-20B7-126F-6B33C99790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4829" y="4169318"/>
            <a:ext cx="558800" cy="6096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0000105-F19D-E19E-0C3A-3CF17C8348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2929" y="5781092"/>
            <a:ext cx="482600" cy="6477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64A226-5947-F7F1-498F-DB7B6B8A9AB4}"/>
              </a:ext>
            </a:extLst>
          </p:cNvPr>
          <p:cNvCxnSpPr>
            <a:cxnSpLocks/>
            <a:stCxn id="51" idx="4"/>
            <a:endCxn id="2" idx="0"/>
          </p:cNvCxnSpPr>
          <p:nvPr/>
        </p:nvCxnSpPr>
        <p:spPr>
          <a:xfrm>
            <a:off x="6312913" y="5125758"/>
            <a:ext cx="0" cy="361641"/>
          </a:xfrm>
          <a:prstGeom prst="straightConnector1">
            <a:avLst/>
          </a:prstGeom>
          <a:ln w="635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1BB0DE53-E82E-8B3E-52BB-8308EB7B2D3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0504" y="5841422"/>
            <a:ext cx="5020017" cy="892629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C4D27F00-C044-1239-825D-B06402687F49}"/>
              </a:ext>
            </a:extLst>
          </p:cNvPr>
          <p:cNvSpPr/>
          <p:nvPr/>
        </p:nvSpPr>
        <p:spPr>
          <a:xfrm>
            <a:off x="3780831" y="149754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FD0027E-F3E1-CB7F-B0DC-E1037D16E2A2}"/>
              </a:ext>
            </a:extLst>
          </p:cNvPr>
          <p:cNvSpPr/>
          <p:nvPr/>
        </p:nvSpPr>
        <p:spPr>
          <a:xfrm>
            <a:off x="5107545" y="140098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9F82CC0-B695-D13C-1B31-57E5ED83D3AA}"/>
              </a:ext>
            </a:extLst>
          </p:cNvPr>
          <p:cNvSpPr/>
          <p:nvPr/>
        </p:nvSpPr>
        <p:spPr>
          <a:xfrm>
            <a:off x="6399304" y="140106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513606A-199B-372F-14ED-2B3FDBD67AC1}"/>
              </a:ext>
            </a:extLst>
          </p:cNvPr>
          <p:cNvSpPr/>
          <p:nvPr/>
        </p:nvSpPr>
        <p:spPr>
          <a:xfrm>
            <a:off x="7760286" y="144793"/>
            <a:ext cx="1051560" cy="1051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5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734A-DEDE-6DC6-515B-BE2F1D2E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99C506-CA0B-47F0-6541-BA90C65D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EE7C0D-69B4-1BD0-7B57-119C045A2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6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4413-29BB-BF0C-BBB3-84A32A59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9F4ABE-947B-F025-3B03-7932D69D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D8450E-49CC-1B31-DBD2-CBFC74B4D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530620"/>
            <a:ext cx="51308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E35FE1-0303-53C7-EF7D-05A451CCB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57" y="2311178"/>
            <a:ext cx="4191000" cy="939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CBAD79-788B-E8EF-3E8B-9CBA32729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E0D2F3E-06B1-DD4E-4AB4-F736BCE3EA6E}"/>
              </a:ext>
            </a:extLst>
          </p:cNvPr>
          <p:cNvSpPr/>
          <p:nvPr/>
        </p:nvSpPr>
        <p:spPr>
          <a:xfrm>
            <a:off x="7082444" y="3740727"/>
            <a:ext cx="914400" cy="168596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0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A92C-3AC2-E721-7FCC-81552680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235BE7-06EB-32D3-2E9D-DD4A1170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81EC9D-53CF-757A-7CFE-EF66D469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530620"/>
            <a:ext cx="51308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B6D598-30DB-53FC-DC5F-7B7F8B0B6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57" y="2311178"/>
            <a:ext cx="4191000" cy="939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DA549C-5457-CC17-54C6-BD895DCED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07" y="3302223"/>
            <a:ext cx="47371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1ACC60-B1C2-ABB4-82CA-DB6C60B3F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8593"/>
            <a:ext cx="4851400" cy="838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A17074-BAC4-4517-BB3C-870E262B9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E4D7FB-3CEC-43C1-3F6F-BF42E3FE45E6}"/>
              </a:ext>
            </a:extLst>
          </p:cNvPr>
          <p:cNvSpPr/>
          <p:nvPr/>
        </p:nvSpPr>
        <p:spPr>
          <a:xfrm>
            <a:off x="6454492" y="2776451"/>
            <a:ext cx="2082102" cy="17955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4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9566-2F5C-F17B-6231-DC671898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6C486E-4FE8-CECB-7FCD-02F49178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C74D48-ECB5-6435-76C6-359AE89B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530620"/>
            <a:ext cx="51308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CC0231-2BF4-CBA7-AFF9-14762C560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57" y="2311178"/>
            <a:ext cx="4191000" cy="939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96B3CF-64F1-E4EE-BF01-4A678A268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07" y="3302223"/>
            <a:ext cx="47371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6ADB0BC-3F0F-782F-3B71-8CB314D0C9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8593"/>
            <a:ext cx="4851400" cy="838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5882155-4AAA-C163-F730-16DD73CF41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FA6077-F40C-4B14-36E7-C3AC7BED372F}"/>
              </a:ext>
            </a:extLst>
          </p:cNvPr>
          <p:cNvSpPr/>
          <p:nvPr/>
        </p:nvSpPr>
        <p:spPr>
          <a:xfrm>
            <a:off x="6454492" y="2776451"/>
            <a:ext cx="2082102" cy="17955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C12A1-BA05-F49B-A387-DB776BD2DE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07" y="4878905"/>
            <a:ext cx="5219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90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97AD-E615-B0B3-1551-3FA5199A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001B7D-A138-4969-E263-D2403F0D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FE0518-8A4C-1197-ADBA-4A0ED7DDC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530620"/>
            <a:ext cx="51308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36C367-A461-3176-B637-B8969B46A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57" y="2311178"/>
            <a:ext cx="4191000" cy="939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8F0693-2958-F0D2-7EC6-E43BDDD77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07" y="3302223"/>
            <a:ext cx="47371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FB635F-C0B1-77CD-ACD9-1326E9A7B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8593"/>
            <a:ext cx="4851400" cy="838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CD8EC8-B3BE-AB49-F558-E2CD2891B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36E067-5360-F23E-1460-8C20372F3C80}"/>
              </a:ext>
            </a:extLst>
          </p:cNvPr>
          <p:cNvSpPr/>
          <p:nvPr/>
        </p:nvSpPr>
        <p:spPr>
          <a:xfrm>
            <a:off x="6011257" y="1524319"/>
            <a:ext cx="2957125" cy="218315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9FBEF-6134-2464-706F-FCEA54FD81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407" y="4878905"/>
            <a:ext cx="5219700" cy="85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2A1C2-3DC4-78A4-D405-0606897571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729" y="5831358"/>
            <a:ext cx="50419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51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4D9F-0EC1-550C-2FB4-3D84BCF1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B61820E-24AE-B0A8-EE8A-900AC047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3B5C2-F3DD-CEAF-F5D0-197B67DA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91" y="5995016"/>
            <a:ext cx="62357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182BBF-9958-05BE-CA18-A223F20F1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1530620"/>
            <a:ext cx="5130800" cy="88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85BB54-9D11-AF2C-D8AC-CA7E5DC4B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457" y="2311178"/>
            <a:ext cx="4191000" cy="939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2A7FE0-9B71-D536-8F03-31D1B1482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07" y="4878905"/>
            <a:ext cx="5219700" cy="850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7C339D-7EDB-2BE0-271F-E51004DF9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407" y="3302223"/>
            <a:ext cx="47371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D9D9F92-EF56-C620-D9D2-3D846AA2CE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28593"/>
            <a:ext cx="4851400" cy="838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5FF136D-2940-7F3C-1D22-12D8C20AB5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DEF6-B1F0-1861-D3C9-1F48ED3F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FEB82E1-7935-B6B8-691C-5FCF1193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40CDA-0D43-9F5A-D745-8793997D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91" y="5995016"/>
            <a:ext cx="62357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98A101-54E5-BECB-06E6-13BB2442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41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76E2-9D4A-19DB-8992-F0D7D938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0CEA15A-8BAA-CB4E-CE98-3655191C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35EED-B23D-F68C-86D0-6F2AF0A79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91" y="5995016"/>
            <a:ext cx="62357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0E1A72-DDAC-450B-A799-FDD849291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51BA59-B2D4-2C2B-E34E-AD6020946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91" y="4868025"/>
            <a:ext cx="50419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23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E867-18A7-62A8-036B-B958FA99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A097653-D18D-2077-7F74-BF48F75E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3485213" cy="1371600"/>
          </a:xfrm>
        </p:spPr>
        <p:txBody>
          <a:bodyPr/>
          <a:lstStyle/>
          <a:p>
            <a:r>
              <a:rPr lang="en-US" dirty="0"/>
              <a:t>Graphical 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F81C0-9F1D-9B59-0EA9-7E969254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91" y="5995016"/>
            <a:ext cx="6235700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4A0418-B93D-DDFC-1291-9EE0643EA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66" y="1664223"/>
            <a:ext cx="2929417" cy="37624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AAD119-D9A4-53A6-1100-2AE500AD5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91" y="4868025"/>
            <a:ext cx="5041900" cy="81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E6A2D-E89D-9BBA-2829-B625A0EB7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941" y="3728334"/>
            <a:ext cx="5105400" cy="825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5649F9-0465-35F7-3BB1-F9C69FD61FA4}"/>
              </a:ext>
            </a:extLst>
          </p:cNvPr>
          <p:cNvSpPr txBox="1"/>
          <p:nvPr/>
        </p:nvSpPr>
        <p:spPr>
          <a:xfrm>
            <a:off x="4572000" y="223068"/>
            <a:ext cx="4114800" cy="9541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</a:rPr>
              <a:t>Open up “</a:t>
            </a:r>
            <a:r>
              <a:rPr lang="en-US" sz="2800" dirty="0" err="1">
                <a:solidFill>
                  <a:schemeClr val="tx2"/>
                </a:solidFill>
              </a:rPr>
              <a:t>binomial_Bayes_hier.R</a:t>
            </a:r>
            <a:r>
              <a:rPr lang="en-US" sz="2800" dirty="0">
                <a:solidFill>
                  <a:schemeClr val="tx2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88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8465</TotalTime>
  <Words>202</Words>
  <Application>Microsoft Macintosh PowerPoint</Application>
  <PresentationFormat>On-screen Show (4:3)</PresentationFormat>
  <Paragraphs>47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Essential</vt:lpstr>
      <vt:lpstr>SBI Summer School: Hierarchical Modeling   </vt:lpstr>
      <vt:lpstr>Hierarchical Modeling</vt:lpstr>
      <vt:lpstr>Example: Alien coins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  <vt:lpstr>Graphical  Diagram</vt:lpstr>
    </vt:vector>
  </TitlesOfParts>
  <Company>The Ohio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Turner</dc:creator>
  <cp:lastModifiedBy>Turner, Brandon</cp:lastModifiedBy>
  <cp:revision>217</cp:revision>
  <cp:lastPrinted>2018-09-11T19:21:24Z</cp:lastPrinted>
  <dcterms:created xsi:type="dcterms:W3CDTF">2015-01-06T16:19:03Z</dcterms:created>
  <dcterms:modified xsi:type="dcterms:W3CDTF">2026-07-29T14:50:36Z</dcterms:modified>
</cp:coreProperties>
</file>